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8483C3D-F769-48D0-BA0E-32F8D58807A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test 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3045076-754E-4BE2-B7E2-593E68D91A5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02-04-2026 10:58:50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Performance Dashboard" id="2" name="slide2">
            <a:extLst>
              <a:ext uri="{FF2B5EF4-FFF2-40B4-BE49-F238E27FC236}">
                <a16:creationId xmlns:a16="http://schemas.microsoft.com/office/drawing/2014/main" id="{1C0517B5-31DF-4E65-A108-C6CC83404F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2026-04-02T05:28:50Z</dcterms:created>
  <dcterms:modified xsi:type="dcterms:W3CDTF">2026-04-02T05:28:50Z</dcterms:modified>
</cp:coreProperties>
</file>